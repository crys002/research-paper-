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075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91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CHITKARA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Presentation of Industry Oriented Hands on Experience (CS-253)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Mental Health Risk Detection Using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NLP-Based Deep Learning Models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28800" y="2926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Akshat Vashisht  2210991229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28800" y="33375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28800" y="3611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Ajay Kumar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160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and Engineering,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Chitkara University, Punjab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5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CHITKARA</a:t>
            </a:r>
            <a:endParaRPr lang="en-US" sz="900" dirty="0"/>
          </a:p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disorders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such as depression, anxiety, and suicidal ideation affect over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970 million people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worldwide, yet most go undiagnosed and untreated.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2743200" cy="301752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508760"/>
            <a:ext cx="274320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508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Gap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76–85% of affected individuals in low-income countries receive no treatment. Median delay to diagnosis: 8–23 years.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508760"/>
            <a:ext cx="2743200" cy="301752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1508760"/>
            <a:ext cx="274320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508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Opportunity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1965960"/>
            <a:ext cx="25603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like Reddit and ReachOut.com contain rich, naturalistic mental health language from at-risk individuals.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508760"/>
            <a:ext cx="2743200" cy="301752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508760"/>
            <a:ext cx="274320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1508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Solution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1965960"/>
            <a:ext cx="25603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and transformer models can automate scalable, low-cost early risk detection from online text.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5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CHITKARA</a:t>
            </a:r>
            <a:endParaRPr lang="en-US" sz="900" dirty="0"/>
          </a:p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256032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7772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Lexicon &amp; Classical ML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474720" y="7772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Coppersmith et al. — Twitter-based mental health analysis using LIWC features + SVM/LR classifiers. CLPsych 2015 F1: 0.73–0.78.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307592"/>
            <a:ext cx="859536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581912"/>
            <a:ext cx="256032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58191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/ BiLSTM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1581912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Yates et al. — Hierarchical LSTM on Reddit. Orabi et al. — CNNs superior on short posts; BiLSTM superior on longer text.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112264"/>
            <a:ext cx="859536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2386584"/>
            <a:ext cx="256032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38658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&amp; RoBERTa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2386584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pretraining from Devlin et al. and Liu et al. Consistently outperformed recurrent baselines on mental health benchmarks.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2916936"/>
            <a:ext cx="859536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3191256"/>
            <a:ext cx="256032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1912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MentalBERT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3191256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 et al. — Domain-specific BERT pretrained on 13 GB of Reddit mental health corpora. +2–7 F1 points over general BERT.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3721608"/>
            <a:ext cx="859536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3995928"/>
            <a:ext cx="256032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9959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474720" y="3995928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datasets, metrics, and splits prevent reliable cross-study comparison — this study addresses that gap.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5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CHITKARA</a:t>
            </a:r>
            <a:endParaRPr lang="en-US" sz="900" dirty="0"/>
          </a:p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4023360" cy="39776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777240"/>
            <a:ext cx="402336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772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CLPsych 2015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2801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2801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ReachOut.com forum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77393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920240" y="1773936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1,146 annotated posts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26771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920240" y="226771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4-class triage → binary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7614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split: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20240" y="276148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at-risk / 70% not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25526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length: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920240" y="325526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tokens/post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7490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920240" y="3749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posts, forum-specific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46320" y="777240"/>
            <a:ext cx="4023360" cy="39776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0" y="777240"/>
            <a:ext cx="402336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7772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RSDD (Reddit)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0" y="12801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12801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(all subreddits)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177393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Posts: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92240" y="1773936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18,400 sampled posts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0" y="226771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92240" y="226771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User-level diagnosis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27614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split: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92240" y="276148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/ 50% balanced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0" y="325526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length: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325526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 tokens/post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0" y="37490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Feature: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92240" y="3749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posts, general topics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Models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5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CHITKARA</a:t>
            </a:r>
            <a:endParaRPr lang="en-US" sz="900" dirty="0"/>
          </a:p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7772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NLP-based deep learning architectures evaluated under controlled, standardized conditions: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463040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80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20240" y="12801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LSTM — captures forward &amp; backward sequential context in text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4320" y="1965960"/>
            <a:ext cx="1463040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CNN-BiLSTM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20240" y="19659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architecture — CNN extracts local n-gram features; BiLSTM captures global context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2651760"/>
            <a:ext cx="1463040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651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26517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transformer pretrained on general-domain corpora (Wikipedia + BookCorpus)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4320" y="3337560"/>
            <a:ext cx="1463040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33375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33375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Robustly optimized BERT — dynamic masking, longer training; stronger downstream performance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74320" y="4023360"/>
            <a:ext cx="1463040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023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MentalBERT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920240" y="40233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Domain-adapted BERT pretrained on 13 GB of Reddit mental health corpora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5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CHITKARA</a:t>
            </a:r>
            <a:endParaRPr lang="en-US" sz="900" dirty="0"/>
          </a:p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comparison across 5 metrics on both datasets (80/20 train-test split):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164592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34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920240" y="1234440"/>
            <a:ext cx="114300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0240" y="12344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(CLP)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063240" y="1234440"/>
            <a:ext cx="114300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63240" y="12344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(CLP)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06240" y="1234440"/>
            <a:ext cx="114300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12344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(RSDD)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49240" y="1234440"/>
            <a:ext cx="114300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9240" y="12344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(RSDD)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92240" y="1234440"/>
            <a:ext cx="114300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12344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 (RSDD)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35240" y="1234440"/>
            <a:ext cx="114300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35240" y="12344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(RSDD)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1645920"/>
            <a:ext cx="164592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1645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920240" y="1645920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063240" y="1645920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6324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06240" y="1645920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349240" y="1645920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4924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0.834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92240" y="1645920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0.829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35240" y="1645920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3524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0.887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121408"/>
            <a:ext cx="1645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21214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CNN-BiLSTM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121408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20240" y="21214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063240" y="2121408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63240" y="21214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0.856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206240" y="2121408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06240" y="21214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0.847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349240" y="2121408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49240" y="21214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2121408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92240" y="21214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635240" y="2121408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35240" y="21214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0.902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74320" y="2596896"/>
            <a:ext cx="164592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4320" y="259689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920240" y="2596896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20240" y="259689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063240" y="2596896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063240" y="259689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206240" y="2596896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06240" y="259689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349240" y="2596896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49240" y="259689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0.871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492240" y="2596896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92240" y="259689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0.867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635240" y="2596896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35240" y="259689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274320" y="3072384"/>
            <a:ext cx="1645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74320" y="30723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920240" y="3072384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920240" y="307238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0.834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3063240" y="3072384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063240" y="307238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0.848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206240" y="3072384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206240" y="307238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0.876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349240" y="3072384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349240" y="307238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0.889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6492240" y="3072384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92240" y="307238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0.881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7635240" y="3072384"/>
            <a:ext cx="1143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635240" y="307238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0.934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274320" y="3547872"/>
            <a:ext cx="164592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74320" y="3547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MentalBERT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1920240" y="3547872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0" y="3547872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063240" y="3547872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063240" y="3547872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0.851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4206240" y="3547872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206240" y="3547872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0.891 ★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349240" y="3547872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349240" y="3547872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0.912 ★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6492240" y="3547872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492240" y="3547872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0.894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7635240" y="3547872"/>
            <a:ext cx="114300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635240" y="3547872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★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274320" y="42519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Best performance  |  CLP = CLPsych 2015  |  RSDD = Reddit Self-Reported Depression Diagnosis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5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CHITKARA</a:t>
            </a:r>
            <a:endParaRPr lang="en-US" sz="900" dirty="0"/>
          </a:p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411480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777240"/>
            <a:ext cx="594360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77240"/>
            <a:ext cx="594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91440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Pretraining Wins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07592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MentalBERT achieved F1 of 0.891 and Recall of 0.912 on RSDD — best overall, confirming domain-specific pretraining advantage.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54880" y="777240"/>
            <a:ext cx="411480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777240"/>
            <a:ext cx="594360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777240"/>
            <a:ext cx="594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40680" y="91440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Matches Task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40680" y="1307592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CNN-BiLSTM led on CLPsych (F1: 0.843) — short posts benefit from local n-gram extraction over pure sequential modeling.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74320" y="2788920"/>
            <a:ext cx="411480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788920"/>
            <a:ext cx="594360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788920"/>
            <a:ext cx="594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60120" y="292608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as Priority Metric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319272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prioritized as key metric due to asymmetric cost of false negatives — missing at-risk individuals has higher clinical cost.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54880" y="2788920"/>
            <a:ext cx="411480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2788920"/>
            <a:ext cx="594360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788920"/>
            <a:ext cx="594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440680" y="292608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Character Matters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40680" y="3319272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Longer, noisier RSDD posts better simulate real-world conditions than forum-specific CLPsych, making results more generalizable.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5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CHITKARA</a:t>
            </a:r>
            <a:endParaRPr lang="en-US" sz="900" dirty="0"/>
          </a:p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7772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study presents a controlled comparison of five NLP deep learning architectures for early mental health risk detection.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74320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1732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MentalBERT achieves state-of-the-art performance (F1: 0.891, Recall: 0.912) on RSDD — domain-specific pretraining is a decisive advantage.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4320" y="2212848"/>
            <a:ext cx="274320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12848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choice must align with deployment context: CNN-BiLSTM is optimal for short posts; transformers excel on longer text.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4320" y="3008376"/>
            <a:ext cx="274320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008376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is the clinically essential metric — missing at-risk individuals is far costlier than false alarms in real-world systems.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803904"/>
            <a:ext cx="274320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803904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multimodal fusion (text + behavioral signals), temporal modeling of posting history, and real-time deployment pipelines.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5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CHITKARA</a:t>
            </a:r>
            <a:endParaRPr lang="en-US" sz="900" dirty="0"/>
          </a:p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749808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World Health Organization (2022). World Mental Health Report. WHO Press.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20040" y="1152144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Wang et al. (2007). Use of mental health services for anxiety, mood, and substance disorders. The Lancet, 370(9590).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Coppersmith et al. (2014). Quantifying mental health signals in Twitter. CLPsych Workshop, ACL.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040" y="1956816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Devlin et al. (2019). BERT: Pre-training of Deep Bidirectional Transformers. NAACL-HLT.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359152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Calvo et al. (2017). Natural language processing in mental health applications. NPL Engineering.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761488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Milne et al. (2016). CLPsych 2016 Shared Task: Triaging content in online peer-support forums. CLPsych.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163824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Yates et al. (2017). Depression and self-harm risk assessment in online forums. EMNLP.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356616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Orabi et al. (2018). Deep learning for depression detection of Twitter users. CLPsych.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0040" y="3968496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Ji et al. (2022). MentalBERT: Publicly available pretrained language models for mental healthcare. LREC.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0040" y="4370832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Liu et al. (2019). RoBERTa: A robustly optimized BERT pretraining approach. arXiv:1907.11692.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91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CHITKARA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3749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Akshat Vashisht  |  2210991229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CSE, Chitkara University, Punjab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992</Words>
  <Application>Microsoft Office PowerPoint</Application>
  <PresentationFormat>On-screen Show (16:9)</PresentationFormat>
  <Paragraphs>173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Early Mental Health Risk Detection Using NLP-Based Deep Learning Models</dc:title>
  <dc:subject>PptxGenJS Presentation</dc:subject>
  <dc:creator>PptxGenJS</dc:creator>
  <cp:lastModifiedBy>akshat vashisht</cp:lastModifiedBy>
  <cp:revision>2</cp:revision>
  <dcterms:created xsi:type="dcterms:W3CDTF">2026-03-23T04:17:34Z</dcterms:created>
  <dcterms:modified xsi:type="dcterms:W3CDTF">2026-03-24T18:26:39Z</dcterms:modified>
</cp:coreProperties>
</file>